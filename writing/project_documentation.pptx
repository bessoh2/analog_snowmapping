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409897-C372-D8A4-FBEC-8FC0D7658C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7372BF-A69F-82B5-2EFC-A340295732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EB7CCF-B123-256D-F0EB-1EA9CF1742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310DA-5B69-FE4B-AD03-043C16BE2A5F}" type="datetimeFigureOut">
              <a:rPr lang="en-US" smtClean="0"/>
              <a:t>6/16/25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4FBE93-FEAB-82D5-79BC-8D6B1355CA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F8E2DC-93FF-A3D2-46DB-DFF9B78063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9C339-1BBB-1F42-8B3D-6A0FFFD6BD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5796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8D6601-D754-6109-22BA-2F95218C98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58D978-A1D1-7E5F-EDF2-79E636336E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C3A55B-7587-505F-E893-F41B48B8AA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310DA-5B69-FE4B-AD03-043C16BE2A5F}" type="datetimeFigureOut">
              <a:rPr lang="en-US" smtClean="0"/>
              <a:t>6/16/25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473119-085D-4395-B778-4C9D4F5899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D96EF6-218F-B7B3-13B7-C7C0DB2A1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9C339-1BBB-1F42-8B3D-6A0FFFD6BD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51438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F03BAB-EE3C-A951-ED97-3E03E7CDB8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06C7DB-ED57-82A7-CA86-F663DF9A4F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82F3F0-0EDD-90EE-3089-9FB526A0C4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310DA-5B69-FE4B-AD03-043C16BE2A5F}" type="datetimeFigureOut">
              <a:rPr lang="en-US" smtClean="0"/>
              <a:t>6/16/25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50B77D-4E70-07C1-3C51-7B2E07AD59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8DF0A8-EAE0-DE14-CC46-36A0DCE5B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9C339-1BBB-1F42-8B3D-6A0FFFD6BD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44107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15BAA-77E2-B550-70FE-C4F85FB292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CDD589-3A60-86BE-C123-285353E461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33D162-8B55-29AC-21CF-7799706650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EDAD62-FD38-D60C-5A85-F337BC11C1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310DA-5B69-FE4B-AD03-043C16BE2A5F}" type="datetimeFigureOut">
              <a:rPr lang="en-US" smtClean="0"/>
              <a:t>6/16/25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61F7F1-0C65-05A2-CAE9-A6937B47EC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F2582E-5BF8-7927-0C02-BCA268F44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9C339-1BBB-1F42-8B3D-6A0FFFD6BD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97751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C42B5C-CB09-5EF8-B0A0-90A866D075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FD7BA6-5523-C798-B10A-919E750C0E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88BB2E-94E8-6364-E7A6-2C614ACB36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190257-9D94-5C96-B75B-B908A30DA8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57CB41E-6CDF-1760-0F78-496931A652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B2C1E5E-0392-E957-366D-365770540D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310DA-5B69-FE4B-AD03-043C16BE2A5F}" type="datetimeFigureOut">
              <a:rPr lang="en-US" smtClean="0"/>
              <a:t>6/16/25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BDA875E-217F-0C8F-56EE-F4EC225BDF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3D84358-5496-D566-F3D4-46E98D208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9C339-1BBB-1F42-8B3D-6A0FFFD6BD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48049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38229-39E0-F6CE-6551-E7B4979DEB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3992E6D-66AF-23C0-96A2-3AA8C2C7A0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310DA-5B69-FE4B-AD03-043C16BE2A5F}" type="datetimeFigureOut">
              <a:rPr lang="en-US" smtClean="0"/>
              <a:t>6/16/25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021224-39A0-3DB7-F888-1D710DB254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3A39AD-CA1D-04E0-A6DA-B29970531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9C339-1BBB-1F42-8B3D-6A0FFFD6BD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9582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6AC3A6-4046-2DE3-F119-F3678E6B2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310DA-5B69-FE4B-AD03-043C16BE2A5F}" type="datetimeFigureOut">
              <a:rPr lang="en-US" smtClean="0"/>
              <a:t>6/16/25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325EF59-F187-C979-7076-D400BEBAAC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5F0D2A-91D5-7893-16C5-AB040F1881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9C339-1BBB-1F42-8B3D-6A0FFFD6BD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19015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4B0572-E67B-E6CF-4FA3-D30D44D1A7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F46FE1-BED6-4240-35A5-1751E85985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95061A-7603-407D-E8EB-7F3DF79F81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D7FCC6-9230-D466-8E1D-3F330DCFA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310DA-5B69-FE4B-AD03-043C16BE2A5F}" type="datetimeFigureOut">
              <a:rPr lang="en-US" smtClean="0"/>
              <a:t>6/16/25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2D5F74-897D-75D5-423F-EE4748A48B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7983C3-EC1A-E0FD-C776-BA0E0D6FC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9C339-1BBB-1F42-8B3D-6A0FFFD6BD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27055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CB187-12A6-7813-5D3A-8EE3E14C33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FC42604-1008-64B4-1889-60132BAFF12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D48EE9-1DF1-4B8E-A840-9FE910B76C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E20D18-474B-5AED-2005-0181F2BC3F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310DA-5B69-FE4B-AD03-043C16BE2A5F}" type="datetimeFigureOut">
              <a:rPr lang="en-US" smtClean="0"/>
              <a:t>6/16/25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FBB057-BEE7-A553-F318-4F66CBDC3A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439A5C-F614-859A-2002-9A53E6674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9C339-1BBB-1F42-8B3D-6A0FFFD6BD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53585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C0A3CA-269A-5A43-FD21-CA7F640E9C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8B878B-D1CE-74DB-8A0D-F32A6C4B4E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9BA0CA-D772-4731-C804-8DA064598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310DA-5B69-FE4B-AD03-043C16BE2A5F}" type="datetimeFigureOut">
              <a:rPr lang="en-US" smtClean="0"/>
              <a:t>6/16/25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DE85E8-A7D2-CF87-F139-FAC009A0F6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2B67EA-F3D0-FB0F-72F4-8899C9A186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9C339-1BBB-1F42-8B3D-6A0FFFD6BD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4778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A4FE2C8-95FF-7F6C-5BA9-90E868409C0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BCB173-97BB-6A5A-67C6-24BCA11D3E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460630-F0ED-1425-DD69-E663837E49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310DA-5B69-FE4B-AD03-043C16BE2A5F}" type="datetimeFigureOut">
              <a:rPr lang="en-US" smtClean="0"/>
              <a:t>6/16/25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F57B11-DCF2-50AD-D0C2-496EAD7469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40F658-4F00-041F-34F8-2A4DD6774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9C339-1BBB-1F42-8B3D-6A0FFFD6BD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47414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CCA78DE-47BC-6119-ADDE-95488EFFD4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247D8F-EB7E-51D3-E51B-D4C9E07DCE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A591A0-D15D-F917-5742-08E5C4AC52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18310DA-5B69-FE4B-AD03-043C16BE2A5F}" type="datetimeFigureOut">
              <a:rPr lang="en-US" smtClean="0"/>
              <a:t>6/16/25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6E7479-777B-1F41-49F7-9783339119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29D09F-8D67-0C65-4411-4DF6CB7234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A9C339-1BBB-1F42-8B3D-6A0FFFD6BD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7779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search.earthdata.nasa.gov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5BDE6-02C8-0F63-55D6-0B64ED4873E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Steps so far on analog snow mapping with Reanalysis and ICESat-2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EA0A32-17E2-EF6D-864B-AD843B737FB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89978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FC6123-BB61-D3D7-B0A4-A3E7DB9D08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147" y="198391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US" dirty="0"/>
              <a:t>In Tuolumne basin, used ATL06-SR data from Masters work to compare to SWE Reanalysis on the same day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C21C96-2D51-FD99-E8CA-A1B95925A0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147" y="1825625"/>
            <a:ext cx="5476103" cy="4833984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Median MAE is 0.03 m (one </a:t>
            </a:r>
            <a:r>
              <a:rPr lang="en-US" dirty="0" err="1"/>
              <a:t>mae</a:t>
            </a:r>
            <a:r>
              <a:rPr lang="en-US" dirty="0"/>
              <a:t> per acquisition date) for all snow-on dates</a:t>
            </a:r>
          </a:p>
          <a:p>
            <a:r>
              <a:rPr lang="en-US" dirty="0"/>
              <a:t>Used reanalysis </a:t>
            </a:r>
            <a:r>
              <a:rPr lang="en-US" dirty="0" err="1"/>
              <a:t>fSCA</a:t>
            </a:r>
            <a:r>
              <a:rPr lang="en-US" dirty="0"/>
              <a:t> to exclude reanalysis grid cells and icesat-2 points that overlapped areas with &lt;0.1 </a:t>
            </a:r>
            <a:r>
              <a:rPr lang="en-US" dirty="0" err="1"/>
              <a:t>fsca</a:t>
            </a:r>
            <a:endParaRPr lang="en-US" dirty="0"/>
          </a:p>
          <a:p>
            <a:r>
              <a:rPr lang="en-US" dirty="0"/>
              <a:t>Generally matched well, except for acquisition dates that had very few icesat2 points, or where points were all at very low elevations around Hetch Hetchy.</a:t>
            </a:r>
          </a:p>
          <a:p>
            <a:r>
              <a:rPr lang="en-US" dirty="0"/>
              <a:t>Downloaded SWE and SD reanalysis files manually from </a:t>
            </a:r>
            <a:r>
              <a:rPr lang="en-US" dirty="0">
                <a:hlinkClick r:id="rId2"/>
              </a:rPr>
              <a:t>https://search.earthdata.nasa.gov/</a:t>
            </a:r>
            <a:r>
              <a:rPr lang="en-US" dirty="0"/>
              <a:t> and stitched them together. </a:t>
            </a:r>
          </a:p>
          <a:p>
            <a:r>
              <a:rPr lang="en-US" dirty="0"/>
              <a:t>Notebook: compare_is2_reanalysis.ipynb</a:t>
            </a:r>
          </a:p>
        </p:txBody>
      </p:sp>
      <p:pic>
        <p:nvPicPr>
          <p:cNvPr id="5" name="Picture 4" descr="A blue graph with numbers&#10;&#10;AI-generated content may be incorrect.">
            <a:extLst>
              <a:ext uri="{FF2B5EF4-FFF2-40B4-BE49-F238E27FC236}">
                <a16:creationId xmlns:a16="http://schemas.microsoft.com/office/drawing/2014/main" id="{5043D7CD-CEA7-2CE2-625A-D4D126BF22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5915" y="4954968"/>
            <a:ext cx="2518718" cy="190303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F097D75-3A57-ECF1-4C0E-056D0F01B08F}"/>
              </a:ext>
            </a:extLst>
          </p:cNvPr>
          <p:cNvSpPr txBox="1"/>
          <p:nvPr/>
        </p:nvSpPr>
        <p:spPr>
          <a:xfrm>
            <a:off x="9768975" y="4308637"/>
            <a:ext cx="25187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Histogram of MAEs for all acquisition dates</a:t>
            </a:r>
          </a:p>
        </p:txBody>
      </p:sp>
      <p:pic>
        <p:nvPicPr>
          <p:cNvPr id="8" name="Picture 7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D6D18234-24AC-8D3C-6F68-1B57DD4D1F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7676" y="1246150"/>
            <a:ext cx="3818240" cy="554463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C319E8D-8EED-869B-729B-0FCF6F64EED8}"/>
              </a:ext>
            </a:extLst>
          </p:cNvPr>
          <p:cNvSpPr txBox="1"/>
          <p:nvPr/>
        </p:nvSpPr>
        <p:spPr>
          <a:xfrm rot="5400000">
            <a:off x="8394900" y="2408909"/>
            <a:ext cx="31675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Example comparison of snow-on ICESat-2 and reanalysis</a:t>
            </a:r>
          </a:p>
        </p:txBody>
      </p:sp>
    </p:spTree>
    <p:extLst>
      <p:ext uri="{BB962C8B-B14F-4D97-AF65-F5344CB8AC3E}">
        <p14:creationId xmlns:p14="http://schemas.microsoft.com/office/powerpoint/2010/main" val="7200441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138</Words>
  <Application>Microsoft Macintosh PowerPoint</Application>
  <PresentationFormat>Widescreen</PresentationFormat>
  <Paragraphs>9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Steps so far on analog snow mapping with Reanalysis and ICESat-2</vt:lpstr>
      <vt:lpstr>In Tuolumne basin, used ATL06-SR data from Masters work to compare to SWE Reanalysis on the same day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Hannah Besso</dc:creator>
  <cp:lastModifiedBy>Hannah Besso</cp:lastModifiedBy>
  <cp:revision>1</cp:revision>
  <dcterms:created xsi:type="dcterms:W3CDTF">2025-06-16T13:52:04Z</dcterms:created>
  <dcterms:modified xsi:type="dcterms:W3CDTF">2025-06-16T14:01:23Z</dcterms:modified>
</cp:coreProperties>
</file>